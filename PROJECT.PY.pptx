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5" r:id="rId9"/>
    <p:sldId id="263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79" y="182879"/>
            <a:ext cx="8778240" cy="64922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rgbClr val="FFFFFF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682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667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0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947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793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162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832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796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314" y="1097280"/>
            <a:ext cx="4149638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9260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08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9107" y="1069847"/>
            <a:ext cx="4257703" cy="4645153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640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299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994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819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2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1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3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5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7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0485" y="290053"/>
            <a:ext cx="7903029" cy="3310398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 </a:t>
            </a:r>
            <a:r>
              <a:rPr lang="en-IN" b="1" dirty="0">
                <a:latin typeface="Times of roman"/>
              </a:rPr>
              <a:t>BIOMETRIC</a:t>
            </a:r>
            <a:br>
              <a:rPr lang="en-IN" b="1" dirty="0">
                <a:latin typeface="Times of roman"/>
              </a:rPr>
            </a:br>
            <a:r>
              <a:rPr lang="en-IN" b="1" dirty="0">
                <a:latin typeface="Times of roman"/>
              </a:rPr>
              <a:t>ATTENDANCE</a:t>
            </a:r>
            <a:br>
              <a:rPr lang="en-IN" b="1" dirty="0">
                <a:latin typeface="Times of roman"/>
              </a:rPr>
            </a:br>
            <a:r>
              <a:rPr lang="en-IN" b="1" dirty="0">
                <a:latin typeface="Times of roman"/>
              </a:rPr>
              <a:t>           SYSTEM </a:t>
            </a:r>
            <a:endParaRPr b="1" dirty="0">
              <a:highlight>
                <a:srgbClr val="C0C0C0"/>
              </a:highlight>
              <a:latin typeface="Times of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7685" y="4624847"/>
            <a:ext cx="6662058" cy="1946961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JAYAPPRATHA N</a:t>
            </a:r>
          </a:p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FULLSTACK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77979" y="645886"/>
            <a:ext cx="6347713" cy="1320800"/>
          </a:xfrm>
        </p:spPr>
        <p:txBody>
          <a:bodyPr/>
          <a:lstStyle/>
          <a:p>
            <a:r>
              <a:rPr b="1" dirty="0">
                <a:latin typeface="Times of roman"/>
              </a:rPr>
              <a:t>O</a:t>
            </a:r>
            <a:r>
              <a:rPr lang="en-US" b="1" dirty="0">
                <a:latin typeface="Times of roman"/>
              </a:rPr>
              <a:t>BJECTIVES</a:t>
            </a:r>
            <a:endParaRPr b="1" dirty="0">
              <a:latin typeface="Times of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7173" y="1501877"/>
            <a:ext cx="6848519" cy="4682613"/>
          </a:xfrm>
        </p:spPr>
        <p:txBody>
          <a:bodyPr anchor="ctr"/>
          <a:lstStyle/>
          <a:p>
            <a:pPr marL="0" indent="0" algn="just">
              <a:buNone/>
            </a:pPr>
            <a:r>
              <a:rPr lang="en-US" b="1" dirty="0">
                <a:solidFill>
                  <a:schemeClr val="tx1"/>
                </a:solidFill>
                <a:latin typeface="Times of roman"/>
              </a:rPr>
              <a:t> • Automate student attendance tracking</a:t>
            </a:r>
          </a:p>
          <a:p>
            <a:pPr marL="0" indent="0" algn="just">
              <a:buNone/>
            </a:pPr>
            <a:r>
              <a:rPr lang="en-US" b="1" dirty="0">
                <a:solidFill>
                  <a:schemeClr val="tx1"/>
                </a:solidFill>
                <a:latin typeface="Times of roman"/>
              </a:rPr>
              <a:t> • Record intime of each student</a:t>
            </a:r>
          </a:p>
          <a:p>
            <a:pPr marL="0" indent="0" algn="just">
              <a:buNone/>
            </a:pPr>
            <a:r>
              <a:rPr lang="en-US" b="1" dirty="0">
                <a:solidFill>
                  <a:schemeClr val="tx1"/>
                </a:solidFill>
                <a:latin typeface="Times of roman"/>
              </a:rPr>
              <a:t> • Mark attendances as Present or Absent</a:t>
            </a:r>
          </a:p>
          <a:p>
            <a:pPr marL="0" indent="0" algn="just">
              <a:buNone/>
            </a:pPr>
            <a:r>
              <a:rPr lang="en-US" b="1" dirty="0">
                <a:solidFill>
                  <a:schemeClr val="tx1"/>
                </a:solidFill>
                <a:latin typeface="Times of roman"/>
              </a:rPr>
              <a:t>    based on cutoff time</a:t>
            </a:r>
          </a:p>
          <a:p>
            <a:pPr marL="0" indent="0" algn="just">
              <a:buNone/>
            </a:pPr>
            <a:r>
              <a:rPr lang="en-US" b="1" dirty="0">
                <a:solidFill>
                  <a:schemeClr val="tx1"/>
                </a:solidFill>
                <a:latin typeface="Times of roman"/>
              </a:rPr>
              <a:t> • Display daily attendance reports</a:t>
            </a:r>
          </a:p>
          <a:p>
            <a:pPr marL="0" indent="0" algn="just">
              <a:buNone/>
            </a:pPr>
            <a:r>
              <a:rPr dirty="0">
                <a:solidFill>
                  <a:schemeClr val="tx1"/>
                </a:solidFill>
              </a:rPr>
              <a:t> </a:t>
            </a:r>
            <a:r>
              <a:rPr lang="en-US" b="1" dirty="0">
                <a:solidFill>
                  <a:schemeClr val="tx1"/>
                </a:solidFill>
                <a:latin typeface="Times of roman"/>
              </a:rPr>
              <a:t>    </a:t>
            </a:r>
            <a:endParaRPr b="1" dirty="0">
              <a:solidFill>
                <a:schemeClr val="tx1"/>
              </a:solidFill>
              <a:latin typeface="Times of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1507" y="821871"/>
            <a:ext cx="7406640" cy="1356360"/>
          </a:xfrm>
        </p:spPr>
        <p:txBody>
          <a:bodyPr/>
          <a:lstStyle/>
          <a:p>
            <a:r>
              <a:rPr b="1" dirty="0">
                <a:latin typeface="Times of roman"/>
              </a:rPr>
              <a:t>I</a:t>
            </a:r>
            <a:r>
              <a:rPr lang="en-US" b="1" dirty="0">
                <a:latin typeface="Times of roman"/>
              </a:rPr>
              <a:t>NTRODUCTION</a:t>
            </a:r>
            <a:endParaRPr b="1" dirty="0">
              <a:latin typeface="Times of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4885" y="1166018"/>
            <a:ext cx="6711043" cy="4525963"/>
          </a:xfrm>
        </p:spPr>
        <p:txBody>
          <a:bodyPr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of roman"/>
              </a:rPr>
              <a:t>• </a:t>
            </a:r>
            <a:r>
              <a:rPr b="1" dirty="0">
                <a:solidFill>
                  <a:schemeClr val="tx1"/>
                </a:solidFill>
                <a:latin typeface="Times of roman"/>
              </a:rPr>
              <a:t>The Biometric Attendance System is a Python-based application that helps record and manage student attendance using biometric IDs. It automatically marks attendance based on the time of biometric scan.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7592" y="609600"/>
            <a:ext cx="7406640" cy="135636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YSTEM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EATURES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9672" y="1298315"/>
            <a:ext cx="8229600" cy="4525963"/>
          </a:xfrm>
        </p:spPr>
        <p:txBody>
          <a:bodyPr anchor="ctr"/>
          <a:lstStyle/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  <a:latin typeface="Times of roman"/>
              </a:rPr>
              <a:t> </a:t>
            </a:r>
            <a:r>
              <a:rPr dirty="0">
                <a:solidFill>
                  <a:schemeClr val="tx1"/>
                </a:solidFill>
                <a:latin typeface="Times of roman"/>
              </a:rPr>
              <a:t>• </a:t>
            </a:r>
            <a:r>
              <a:rPr b="1" dirty="0">
                <a:solidFill>
                  <a:schemeClr val="tx1"/>
                </a:solidFill>
                <a:latin typeface="Times of roman"/>
              </a:rPr>
              <a:t>User-friendly console interface</a:t>
            </a:r>
          </a:p>
          <a:p>
            <a:pPr marL="0" indent="0" algn="just">
              <a:buNone/>
            </a:pPr>
            <a:r>
              <a:rPr lang="en-US" b="1" dirty="0">
                <a:solidFill>
                  <a:schemeClr val="tx1"/>
                </a:solidFill>
                <a:latin typeface="Times of roman"/>
              </a:rPr>
              <a:t> </a:t>
            </a:r>
            <a:r>
              <a:rPr b="1" dirty="0">
                <a:solidFill>
                  <a:schemeClr val="tx1"/>
                </a:solidFill>
                <a:latin typeface="Times of roman"/>
              </a:rPr>
              <a:t>• Real-time attendance marking</a:t>
            </a:r>
          </a:p>
          <a:p>
            <a:pPr marL="0" indent="0" algn="just">
              <a:buNone/>
            </a:pPr>
            <a:r>
              <a:rPr lang="en-US" b="1" dirty="0">
                <a:solidFill>
                  <a:schemeClr val="tx1"/>
                </a:solidFill>
                <a:latin typeface="Times of roman"/>
              </a:rPr>
              <a:t> </a:t>
            </a:r>
            <a:r>
              <a:rPr b="1" dirty="0">
                <a:solidFill>
                  <a:schemeClr val="tx1"/>
                </a:solidFill>
                <a:latin typeface="Times of roman"/>
              </a:rPr>
              <a:t>• Cutoff time-based attendance status</a:t>
            </a:r>
          </a:p>
          <a:p>
            <a:pPr marL="0" indent="0" algn="just">
              <a:buNone/>
            </a:pPr>
            <a:r>
              <a:rPr lang="en-US" b="1" dirty="0">
                <a:solidFill>
                  <a:schemeClr val="tx1"/>
                </a:solidFill>
                <a:latin typeface="Times of roman"/>
              </a:rPr>
              <a:t> </a:t>
            </a:r>
            <a:r>
              <a:rPr b="1" dirty="0">
                <a:solidFill>
                  <a:schemeClr val="tx1"/>
                </a:solidFill>
                <a:latin typeface="Times of roman"/>
              </a:rPr>
              <a:t>• Automatic absent marking after cutoff</a:t>
            </a:r>
          </a:p>
          <a:p>
            <a:pPr marL="0" indent="0" algn="just">
              <a:buNone/>
            </a:pPr>
            <a:r>
              <a:rPr lang="en-US" b="1" dirty="0">
                <a:solidFill>
                  <a:schemeClr val="tx1"/>
                </a:solidFill>
                <a:latin typeface="Times of roman"/>
              </a:rPr>
              <a:t> </a:t>
            </a:r>
            <a:r>
              <a:rPr b="1" dirty="0">
                <a:solidFill>
                  <a:schemeClr val="tx1"/>
                </a:solidFill>
                <a:latin typeface="Times of roman"/>
              </a:rPr>
              <a:t>• Daily attendance report generation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7736" y="609600"/>
            <a:ext cx="7406640" cy="1356360"/>
          </a:xfrm>
        </p:spPr>
        <p:txBody>
          <a:bodyPr/>
          <a:lstStyle/>
          <a:p>
            <a:r>
              <a:rPr b="1" dirty="0">
                <a:latin typeface="Times of roman"/>
              </a:rPr>
              <a:t>T</a:t>
            </a:r>
            <a:r>
              <a:rPr lang="en-US" b="1" dirty="0">
                <a:latin typeface="Times of roman"/>
              </a:rPr>
              <a:t>ECHNOLOGIES</a:t>
            </a:r>
            <a:r>
              <a:rPr b="1" dirty="0">
                <a:latin typeface="Times of roman"/>
              </a:rPr>
              <a:t> U</a:t>
            </a:r>
            <a:r>
              <a:rPr lang="en-US" b="1" dirty="0">
                <a:latin typeface="Times of roman"/>
              </a:rPr>
              <a:t>SED</a:t>
            </a:r>
            <a:endParaRPr b="1" dirty="0">
              <a:latin typeface="Times of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6580" y="1409700"/>
            <a:ext cx="7404653" cy="4038600"/>
          </a:xfrm>
        </p:spPr>
        <p:txBody>
          <a:bodyPr anchor="ctr"/>
          <a:lstStyle/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  <a:latin typeface="Times of roman"/>
              </a:rPr>
              <a:t> •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  <a:latin typeface="Times of roman"/>
              </a:rPr>
              <a:t>Python 3</a:t>
            </a:r>
            <a:endParaRPr lang="en-US" b="1" dirty="0">
              <a:solidFill>
                <a:schemeClr val="tx1"/>
              </a:solidFill>
              <a:latin typeface="Times of roman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of roman"/>
              </a:rPr>
              <a:t> </a:t>
            </a:r>
            <a:r>
              <a:rPr b="1" dirty="0">
                <a:solidFill>
                  <a:schemeClr val="tx1"/>
                </a:solidFill>
                <a:latin typeface="Times of roman"/>
              </a:rPr>
              <a:t>• </a:t>
            </a:r>
            <a:r>
              <a:rPr lang="en-US" b="1" dirty="0">
                <a:solidFill>
                  <a:schemeClr val="tx1"/>
                </a:solidFill>
                <a:latin typeface="Times of roman"/>
              </a:rPr>
              <a:t>D</a:t>
            </a:r>
            <a:r>
              <a:rPr b="1" dirty="0">
                <a:solidFill>
                  <a:schemeClr val="tx1"/>
                </a:solidFill>
                <a:latin typeface="Times of roman"/>
              </a:rPr>
              <a:t>atetime module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of roman"/>
              </a:rPr>
              <a:t> </a:t>
            </a:r>
            <a:r>
              <a:rPr b="1" dirty="0">
                <a:solidFill>
                  <a:schemeClr val="tx1"/>
                </a:solidFill>
                <a:latin typeface="Times of roman"/>
              </a:rPr>
              <a:t>• Dictionary data structures for </a:t>
            </a:r>
            <a:r>
              <a:rPr lang="en-US" b="1" dirty="0">
                <a:solidFill>
                  <a:schemeClr val="tx1"/>
                </a:solidFill>
                <a:latin typeface="Times of roman"/>
              </a:rPr>
              <a:t>student record                                            </a:t>
            </a:r>
            <a:r>
              <a:rPr b="1" dirty="0">
                <a:solidFill>
                  <a:schemeClr val="tx1"/>
                </a:solidFill>
                <a:latin typeface="Times of roman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Times of roman"/>
              </a:rPr>
              <a:t>                         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of roman"/>
              </a:rPr>
              <a:t> </a:t>
            </a:r>
            <a:r>
              <a:rPr b="1" dirty="0">
                <a:solidFill>
                  <a:schemeClr val="tx1"/>
                </a:solidFill>
                <a:latin typeface="Times of roman"/>
              </a:rPr>
              <a:t>• Console input/output for interaction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0107" y="701040"/>
            <a:ext cx="7406640" cy="1356360"/>
          </a:xfrm>
        </p:spPr>
        <p:txBody>
          <a:bodyPr/>
          <a:lstStyle/>
          <a:p>
            <a:r>
              <a:rPr b="1" dirty="0">
                <a:latin typeface="Times of roman"/>
              </a:rPr>
              <a:t>S</a:t>
            </a:r>
            <a:r>
              <a:rPr lang="en-US" b="1" dirty="0">
                <a:latin typeface="Times of roman"/>
              </a:rPr>
              <a:t>YSTEM</a:t>
            </a:r>
            <a:r>
              <a:rPr b="1" dirty="0">
                <a:latin typeface="Times of roman"/>
              </a:rPr>
              <a:t> </a:t>
            </a:r>
            <a:r>
              <a:rPr lang="en-US" b="1" dirty="0">
                <a:latin typeface="Times of roman"/>
              </a:rPr>
              <a:t> </a:t>
            </a:r>
            <a:r>
              <a:rPr b="1" dirty="0">
                <a:latin typeface="Times of roman"/>
              </a:rPr>
              <a:t>F</a:t>
            </a:r>
            <a:r>
              <a:rPr lang="en-US" b="1" dirty="0">
                <a:latin typeface="Times of roman"/>
              </a:rPr>
              <a:t>LOW</a:t>
            </a:r>
            <a:endParaRPr b="1" dirty="0">
              <a:latin typeface="Times of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0107" y="1693817"/>
            <a:ext cx="7265861" cy="4038600"/>
          </a:xfrm>
        </p:spPr>
        <p:txBody>
          <a:bodyPr anchor="ctr"/>
          <a:lstStyle/>
          <a:p>
            <a:pPr marL="34290" indent="0">
              <a:buNone/>
            </a:pPr>
            <a:r>
              <a:rPr lang="en-US" dirty="0">
                <a:solidFill>
                  <a:schemeClr val="tx1"/>
                </a:solidFill>
                <a:latin typeface="Times of roman"/>
              </a:rPr>
              <a:t> •  </a:t>
            </a:r>
            <a:r>
              <a:rPr b="1" dirty="0">
                <a:solidFill>
                  <a:schemeClr val="tx1"/>
                </a:solidFill>
                <a:latin typeface="Times of roman"/>
              </a:rPr>
              <a:t>Display Main Menu</a:t>
            </a:r>
          </a:p>
          <a:p>
            <a:pPr marL="34290" indent="0">
              <a:buNone/>
            </a:pPr>
            <a:r>
              <a:rPr lang="en-US" dirty="0">
                <a:solidFill>
                  <a:schemeClr val="tx1"/>
                </a:solidFill>
                <a:latin typeface="Times of roman"/>
              </a:rPr>
              <a:t> •  </a:t>
            </a:r>
            <a:r>
              <a:rPr b="1" dirty="0">
                <a:solidFill>
                  <a:schemeClr val="tx1"/>
                </a:solidFill>
                <a:latin typeface="Times of roman"/>
              </a:rPr>
              <a:t>Scan Biometric ID</a:t>
            </a:r>
          </a:p>
          <a:p>
            <a:pPr marL="34290" indent="0">
              <a:buNone/>
            </a:pPr>
            <a:r>
              <a:rPr lang="en-US" dirty="0">
                <a:solidFill>
                  <a:schemeClr val="tx1"/>
                </a:solidFill>
                <a:latin typeface="Times of roman"/>
              </a:rPr>
              <a:t> •  </a:t>
            </a:r>
            <a:r>
              <a:rPr b="1" dirty="0">
                <a:solidFill>
                  <a:schemeClr val="tx1"/>
                </a:solidFill>
                <a:latin typeface="Times of roman"/>
              </a:rPr>
              <a:t>Record Intime and Status</a:t>
            </a:r>
          </a:p>
          <a:p>
            <a:pPr marL="34290" indent="0">
              <a:buNone/>
            </a:pPr>
            <a:r>
              <a:rPr lang="en-US" dirty="0">
                <a:solidFill>
                  <a:schemeClr val="tx1"/>
                </a:solidFill>
                <a:latin typeface="Times of roman"/>
              </a:rPr>
              <a:t> •  </a:t>
            </a:r>
            <a:r>
              <a:rPr b="1" dirty="0">
                <a:solidFill>
                  <a:schemeClr val="tx1"/>
                </a:solidFill>
                <a:latin typeface="Times of roman"/>
              </a:rPr>
              <a:t>Automatically mark absentees after cutoff</a:t>
            </a:r>
          </a:p>
          <a:p>
            <a:pPr marL="34290" indent="0">
              <a:buNone/>
            </a:pPr>
            <a:r>
              <a:rPr lang="en-US" dirty="0">
                <a:solidFill>
                  <a:schemeClr val="tx1"/>
                </a:solidFill>
                <a:latin typeface="Times of roman"/>
              </a:rPr>
              <a:t> •  </a:t>
            </a:r>
            <a:r>
              <a:rPr b="1" dirty="0">
                <a:solidFill>
                  <a:schemeClr val="tx1"/>
                </a:solidFill>
                <a:latin typeface="Times of roman"/>
              </a:rPr>
              <a:t>View attendance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3536" y="397328"/>
            <a:ext cx="7406640" cy="1356360"/>
          </a:xfrm>
        </p:spPr>
        <p:txBody>
          <a:bodyPr/>
          <a:lstStyle/>
          <a:p>
            <a:r>
              <a:rPr b="1" dirty="0">
                <a:latin typeface="Times of roman"/>
              </a:rPr>
              <a:t>S</a:t>
            </a:r>
            <a:r>
              <a:rPr lang="en-US" b="1" dirty="0">
                <a:latin typeface="Times of roman"/>
              </a:rPr>
              <a:t>AMPLE</a:t>
            </a:r>
            <a:r>
              <a:rPr b="1" dirty="0">
                <a:latin typeface="Times of roman"/>
              </a:rPr>
              <a:t> O</a:t>
            </a:r>
            <a:r>
              <a:rPr lang="en-US" b="1" dirty="0">
                <a:latin typeface="Times of roman"/>
              </a:rPr>
              <a:t>UTPUT</a:t>
            </a:r>
            <a:endParaRPr b="1" dirty="0">
              <a:latin typeface="Times of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endParaRPr dirty="0"/>
          </a:p>
        </p:txBody>
      </p:sp>
      <p:pic>
        <p:nvPicPr>
          <p:cNvPr id="5" name="Picture 4" descr="A screenshot of a computer">
            <a:extLst>
              <a:ext uri="{FF2B5EF4-FFF2-40B4-BE49-F238E27FC236}">
                <a16:creationId xmlns:a16="http://schemas.microsoft.com/office/drawing/2014/main" id="{0EB54E08-D5DD-EBC6-143A-0825EBD50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42" y="2035943"/>
            <a:ext cx="7482348" cy="39820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2807" y="566057"/>
            <a:ext cx="7406640" cy="1356360"/>
          </a:xfrm>
        </p:spPr>
        <p:txBody>
          <a:bodyPr/>
          <a:lstStyle/>
          <a:p>
            <a:r>
              <a:rPr b="1" dirty="0">
                <a:latin typeface="Times of roman"/>
              </a:rPr>
              <a:t>F</a:t>
            </a:r>
            <a:r>
              <a:rPr lang="en-US" b="1" dirty="0">
                <a:latin typeface="Times of roman"/>
              </a:rPr>
              <a:t>UTURE</a:t>
            </a:r>
            <a:r>
              <a:rPr b="1" dirty="0">
                <a:latin typeface="Times of roman"/>
              </a:rPr>
              <a:t> </a:t>
            </a:r>
            <a:r>
              <a:rPr lang="en-US" b="1" dirty="0">
                <a:latin typeface="Times of roman"/>
              </a:rPr>
              <a:t>IMPROVEMENTS</a:t>
            </a:r>
            <a:endParaRPr b="1" dirty="0">
              <a:latin typeface="Times of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6580" y="1600200"/>
            <a:ext cx="7649497" cy="452596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dirty="0">
                <a:solidFill>
                  <a:schemeClr val="tx1"/>
                </a:solidFill>
              </a:rPr>
              <a:t>• </a:t>
            </a:r>
            <a:r>
              <a:rPr b="1" dirty="0">
                <a:solidFill>
                  <a:schemeClr val="tx1"/>
                </a:solidFill>
                <a:latin typeface="Times of roman"/>
              </a:rPr>
              <a:t>Integrate fingerprint scanner hardware for</a:t>
            </a:r>
            <a:r>
              <a:rPr lang="en-US" b="1" dirty="0">
                <a:solidFill>
                  <a:schemeClr val="tx1"/>
                </a:solidFill>
                <a:latin typeface="Times of roman"/>
              </a:rPr>
              <a:t>  </a:t>
            </a:r>
            <a:r>
              <a:rPr b="1" dirty="0">
                <a:solidFill>
                  <a:schemeClr val="tx1"/>
                </a:solidFill>
                <a:latin typeface="Times of roman"/>
              </a:rPr>
              <a:t>real biometric input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of roman"/>
              </a:rPr>
              <a:t> </a:t>
            </a:r>
            <a:r>
              <a:rPr b="1" dirty="0">
                <a:solidFill>
                  <a:schemeClr val="tx1"/>
                </a:solidFill>
                <a:latin typeface="Times of roman"/>
              </a:rPr>
              <a:t>• Add database (e.g., MySQL or SQLite) for data storage</a:t>
            </a:r>
            <a:endParaRPr lang="en-US" b="1" dirty="0">
              <a:solidFill>
                <a:schemeClr val="tx1"/>
              </a:solidFill>
              <a:latin typeface="Times of roman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of roman"/>
              </a:rPr>
              <a:t> </a:t>
            </a:r>
            <a:r>
              <a:rPr b="1" dirty="0">
                <a:solidFill>
                  <a:schemeClr val="tx1"/>
                </a:solidFill>
                <a:latin typeface="Times of roman"/>
              </a:rPr>
              <a:t>• Enable attendance export to Excel or PDF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of roman"/>
              </a:rPr>
              <a:t> </a:t>
            </a:r>
            <a:r>
              <a:rPr b="1" dirty="0">
                <a:solidFill>
                  <a:schemeClr val="tx1"/>
                </a:solidFill>
                <a:latin typeface="Times of roman"/>
              </a:rPr>
              <a:t>• Implement face recognition for contactless attendance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of roman"/>
              </a:rPr>
              <a:t> </a:t>
            </a:r>
            <a:r>
              <a:rPr b="1" dirty="0">
                <a:solidFill>
                  <a:schemeClr val="tx1"/>
                </a:solidFill>
                <a:latin typeface="Times of roman"/>
              </a:rPr>
              <a:t>• Add notification system for absent students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  <a:latin typeface="Times of roman"/>
              </a:rPr>
              <a:t> </a:t>
            </a:r>
            <a:r>
              <a:rPr b="1" dirty="0">
                <a:solidFill>
                  <a:schemeClr val="tx1"/>
                </a:solidFill>
                <a:latin typeface="Times of roman"/>
              </a:rPr>
              <a:t>• Provide admin dashboard for attendance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7064" y="919843"/>
            <a:ext cx="7406640" cy="1356360"/>
          </a:xfrm>
        </p:spPr>
        <p:txBody>
          <a:bodyPr/>
          <a:lstStyle/>
          <a:p>
            <a:r>
              <a:rPr b="1" dirty="0">
                <a:latin typeface="Times of roman"/>
              </a:rPr>
              <a:t>C</a:t>
            </a:r>
            <a:r>
              <a:rPr lang="en-US" b="1" dirty="0">
                <a:latin typeface="Times of roman"/>
              </a:rPr>
              <a:t>ONCLUSION</a:t>
            </a:r>
            <a:endParaRPr b="1" dirty="0">
              <a:latin typeface="Times of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8123" y="1598023"/>
            <a:ext cx="7258049" cy="4038600"/>
          </a:xfrm>
        </p:spPr>
        <p:txBody>
          <a:bodyPr anchor="ctr"/>
          <a:lstStyle/>
          <a:p>
            <a:pPr marL="34290" indent="0">
              <a:buNone/>
            </a:pPr>
            <a:r>
              <a:rPr lang="en-US" dirty="0">
                <a:solidFill>
                  <a:schemeClr val="tx1"/>
                </a:solidFill>
                <a:latin typeface="Times of roman"/>
              </a:rPr>
              <a:t>•  </a:t>
            </a:r>
            <a:r>
              <a:rPr b="1" dirty="0">
                <a:solidFill>
                  <a:schemeClr val="tx1"/>
                </a:solidFill>
                <a:latin typeface="Times of roman"/>
              </a:rPr>
              <a:t>The Biometric Attendance System automates attendance </a:t>
            </a:r>
            <a:r>
              <a:rPr lang="en-US" b="1" dirty="0">
                <a:solidFill>
                  <a:schemeClr val="tx1"/>
                </a:solidFill>
                <a:latin typeface="Times of roman"/>
              </a:rPr>
              <a:t>    </a:t>
            </a:r>
            <a:r>
              <a:rPr b="1" dirty="0">
                <a:solidFill>
                  <a:schemeClr val="tx1"/>
                </a:solidFill>
                <a:latin typeface="Times of roman"/>
              </a:rPr>
              <a:t>management, reducing manual effort and errors. It can be expanded with database integration, GUI support, and hardware connectivity for real-world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F870B-6BF0-0E1A-C56E-3624505FC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4818" y="1948017"/>
            <a:ext cx="8229600" cy="2733366"/>
          </a:xfrm>
        </p:spPr>
        <p:txBody>
          <a:bodyPr/>
          <a:lstStyle/>
          <a:p>
            <a:r>
              <a:rPr lang="en-US" dirty="0"/>
              <a:t>--- </a:t>
            </a:r>
            <a:r>
              <a:rPr lang="en-US" b="1" dirty="0">
                <a:latin typeface="Times of roman"/>
              </a:rPr>
              <a:t>THANK YOU </a:t>
            </a:r>
            <a:r>
              <a:rPr lang="en-US" dirty="0"/>
              <a:t>---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1130197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282</TotalTime>
  <Words>280</Words>
  <Application>Microsoft Office PowerPoint</Application>
  <PresentationFormat>On-screen Show (4:3)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Times of roman</vt:lpstr>
      <vt:lpstr>Corbel</vt:lpstr>
      <vt:lpstr>Times New Roman</vt:lpstr>
      <vt:lpstr>Basis</vt:lpstr>
      <vt:lpstr> BIOMETRIC ATTENDANCE            SYSTEM </vt:lpstr>
      <vt:lpstr>OBJECTIVES</vt:lpstr>
      <vt:lpstr>INTRODUCTION</vt:lpstr>
      <vt:lpstr>SYSTEM FEATURES</vt:lpstr>
      <vt:lpstr>TECHNOLOGIES USED</vt:lpstr>
      <vt:lpstr>SYSTEM  FLOW</vt:lpstr>
      <vt:lpstr>SAMPLE OUTPUT</vt:lpstr>
      <vt:lpstr>FUTURE IMPROVEMENTS</vt:lpstr>
      <vt:lpstr>CONCLUSION</vt:lpstr>
      <vt:lpstr>--- THANK YOU ---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pratha</dc:creator>
  <cp:keywords/>
  <dc:description>generated using python-pptx</dc:description>
  <cp:lastModifiedBy>jayappratha@outlook.com</cp:lastModifiedBy>
  <cp:revision>4</cp:revision>
  <dcterms:created xsi:type="dcterms:W3CDTF">2013-01-27T09:14:16Z</dcterms:created>
  <dcterms:modified xsi:type="dcterms:W3CDTF">2025-11-14T16:03:26Z</dcterms:modified>
  <cp:category/>
</cp:coreProperties>
</file>